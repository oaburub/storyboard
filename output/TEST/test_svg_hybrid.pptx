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SVG Pattern: process_flow</a:t>
            </a:r>
          </a:p>
          <a:p>
            <a:r>
              <a:t>File: /Users/qusaiabushanap/dev/storyboard/output/TEST/slides/pattern_process_flow.png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SVG Pattern: stat_cards</a:t>
            </a:r>
          </a:p>
          <a:p>
            <a:r>
              <a:t>File: /Users/qusaiabushanap/dev/storyboard/output/TEST/slides/pattern_stat_cards.png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SVG Pattern: timeline</a:t>
            </a:r>
          </a:p>
          <a:p>
            <a:r>
              <a:t>File: /Users/qusaiabushanap/dev/storyboard/output/TEST/slides/pattern_timeline.png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SVG Pattern: comparison</a:t>
            </a:r>
          </a:p>
          <a:p>
            <a:r>
              <a:t>File: /Users/qusaiabushanap/dev/storyboard/output/TEST/slides/pattern_comparison.png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SVG Pattern: icon_grid</a:t>
            </a:r>
          </a:p>
          <a:p>
            <a:r>
              <a:t>File: /Users/qusaiabushanap/dev/storyboard/output/TEST/slides/pattern_icon_grid.png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SVG Pattern: cycle</a:t>
            </a:r>
          </a:p>
          <a:p>
            <a:r>
              <a:t>File: /Users/qusaiabushanap/dev/storyboard/output/TEST/slides/pattern_cycle.png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SVG Pattern: quote</a:t>
            </a:r>
          </a:p>
          <a:p>
            <a:r>
              <a:t>File: /Users/qusaiabushanap/dev/storyboard/output/TEST/slides/pattern_quote.png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process_flow</a:t>
            </a:r>
          </a:p>
        </p:txBody>
      </p:sp>
      <p:pic>
        <p:nvPicPr>
          <p:cNvPr id="3" name="Picture 2" descr="pattern_proces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stat_cards</a:t>
            </a:r>
          </a:p>
        </p:txBody>
      </p:sp>
      <p:pic>
        <p:nvPicPr>
          <p:cNvPr id="3" name="Picture 2" descr="pattern_stat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timeline</a:t>
            </a:r>
          </a:p>
        </p:txBody>
      </p:sp>
      <p:pic>
        <p:nvPicPr>
          <p:cNvPr id="3" name="Picture 2" descr="patter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comparison</a:t>
            </a:r>
          </a:p>
        </p:txBody>
      </p:sp>
      <p:pic>
        <p:nvPicPr>
          <p:cNvPr id="3" name="Picture 2" descr="patter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icon_grid</a:t>
            </a:r>
          </a:p>
        </p:txBody>
      </p:sp>
      <p:pic>
        <p:nvPicPr>
          <p:cNvPr id="3" name="Picture 2" descr="pattern_ic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cycle</a:t>
            </a:r>
          </a:p>
        </p:txBody>
      </p:sp>
      <p:pic>
        <p:nvPicPr>
          <p:cNvPr id="3" name="Picture 2" descr="pattern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quote</a:t>
            </a:r>
          </a:p>
        </p:txBody>
      </p:sp>
      <p:pic>
        <p:nvPicPr>
          <p:cNvPr id="3" name="Picture 2" descr="pattern_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