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360 IMPORT INSTRUCTIONS ===</a:t>
            </a:r>
          </a:p>
          <a:p/>
          <a:p>
            <a:r>
              <a:t>Project: TEST</a:t>
            </a:r>
          </a:p>
          <a:p>
            <a:r>
              <a:t>Unit: 1</a:t>
            </a:r>
          </a:p>
          <a:p>
            <a:r>
              <a:t>Lecture: اختبار المحرك:</a:t>
            </a:r>
          </a:p>
          <a:p>
            <a:r>
              <a:t>Generated: 2026-02-21</a:t>
            </a:r>
          </a:p>
          <a:p>
            <a:r>
              <a:t>Designer: </a:t>
            </a:r>
          </a:p>
          <a:p/>
          <a:p>
            <a:r>
              <a:t>--- REQUIRED FONTS ---</a:t>
            </a:r>
          </a:p>
          <a:p>
            <a:r>
              <a:t>Install BEFORE importing:</a:t>
            </a:r>
          </a:p>
          <a:p>
            <a:r>
              <a:t>  1. Tajawal ExtraBold</a:t>
            </a:r>
          </a:p>
          <a:p>
            <a:r>
              <a:t>  2. Tajawal Medium</a:t>
            </a:r>
          </a:p>
          <a:p>
            <a:r>
              <a:t>  3. Tajawal (Regular)</a:t>
            </a:r>
          </a:p>
          <a:p>
            <a:r>
              <a:t>Download: https://fonts.google.com/specimen/Tajawal</a:t>
            </a:r>
          </a:p>
          <a:p/>
          <a:p>
            <a:r>
              <a:t>--- IMPORT STEPS ---</a:t>
            </a:r>
          </a:p>
          <a:p>
            <a:r>
              <a:t>1. File &gt; Import &gt; PowerPoint</a:t>
            </a:r>
          </a:p>
          <a:p>
            <a:r>
              <a:t>2. Select THIS .pptx file</a:t>
            </a:r>
          </a:p>
          <a:p>
            <a:r>
              <a:t>3. Import ALL slides</a:t>
            </a:r>
          </a:p>
          <a:p>
            <a:r>
              <a:t>4. Story Size: 1280 x 720 pixels (must match)</a:t>
            </a:r>
          </a:p>
          <a:p/>
          <a:p>
            <a:r>
              <a:t>--- POST-IMPORT QA ---</a:t>
            </a:r>
          </a:p>
          <a:p>
            <a:r>
              <a:t>[ ] Verify TOC shows Arabic slide titles (not 'Untitled')</a:t>
            </a:r>
          </a:p>
          <a:p>
            <a:r>
              <a:t>[ ] Verify fonts render correctly (Tajawal family)</a:t>
            </a:r>
          </a:p>
          <a:p>
            <a:r>
              <a:t>[ ] Check RTL text direction on all slides</a:t>
            </a:r>
          </a:p>
          <a:p>
            <a:r>
              <a:t>[ ] Test all interactive elements (buttons, quiz, drag-drop)</a:t>
            </a:r>
          </a:p>
          <a:p>
            <a:r>
              <a:t>[ ] Verify speaker notes contain Storyline instructions per slide</a:t>
            </a:r>
          </a:p>
          <a:p/>
          <a:p>
            <a:r>
              <a:t>--- SHAPE NAMING CONVENTION ---</a:t>
            </a:r>
          </a:p>
          <a:p>
            <a:r>
              <a:t>txt_*  = Text elements</a:t>
            </a:r>
          </a:p>
          <a:p>
            <a:r>
              <a:t>btn_*  = Clickable buttons (add triggers)</a:t>
            </a:r>
          </a:p>
          <a:p>
            <a:r>
              <a:t>icon_* = Decorative icons</a:t>
            </a:r>
          </a:p>
          <a:p>
            <a:r>
              <a:t>bg_*   = Background shapes</a:t>
            </a:r>
          </a:p>
          <a:p>
            <a:r>
              <a:t>opt_*  = Quiz option shapes (add triggers)</a:t>
            </a:r>
          </a:p>
          <a:p>
            <a:r>
              <a:t>num_*  = Numbered elements</a:t>
            </a:r>
          </a:p>
          <a:p>
            <a:r>
              <a:t>title  = Hidden TOC title (do not move)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Relationship Id="rId5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اختبار المحرك:</a:t>
            </a:r>
          </a:p>
        </p:txBody>
      </p:sp>
      <p:sp>
        <p:nvSpPr>
          <p:cNvPr id="3" name="txt_institution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اختبار</a:t>
            </a:r>
          </a:p>
        </p:txBody>
      </p:sp>
      <p:sp>
        <p:nvSpPr>
          <p:cNvPr id="4" name="txt_title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اختبار المحرك: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من الموقع الجديد</a:t>
            </a:r>
          </a:p>
        </p:txBody>
      </p:sp>
      <p:sp>
        <p:nvSpPr>
          <p:cNvPr id="5" name="btn_start">
            <a:hlinkClick action="ppaction://hlinksldjump" r:id="rId5"/>
          </p:cNvPr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6" name="icon_play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7" name="icon_hand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شريحة محتوى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المحرك: من الموقع الجديد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شريحة محتوى</a:t>
            </a:r>
          </a:p>
        </p:txBody>
      </p:sp>
      <p:sp>
        <p:nvSpPr>
          <p:cNvPr id="6" name="bg_content_card"/>
          <p:cNvSpPr/>
          <p:nvPr/>
        </p:nvSpPr>
        <p:spPr>
          <a:xfrm>
            <a:off x="900000" y="1692000"/>
            <a:ext cx="1044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body"/>
          <p:cNvSpPr txBox="1"/>
          <p:nvPr/>
        </p:nvSpPr>
        <p:spPr>
          <a:xfrm>
            <a:off x="1080000" y="1800000"/>
            <a:ext cx="100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أولى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ثانية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ثالثة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