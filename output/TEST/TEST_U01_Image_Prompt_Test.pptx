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اختبار نظام الصور الذكي</a:t>
            </a:r>
          </a:p>
          <a:p>
            <a:r>
              <a:t>Generated: 2026-02-12</a:t>
            </a:r>
          </a:p>
          <a:p>
            <a:r>
              <a:t>Designer: اختبار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ملاحظات المحاضر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اختبار نظام الصور الذكي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 - كلية علوم الحاسب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نظام الصور الذكي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نظام توليد الصور التلقائي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الذهنية الرقمية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g_section_bg" descr="img_20260212_125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734545"/>
            <a:ext cx="2880000" cy="1570909"/>
          </a:xfrm>
          <a:prstGeom prst="rect">
            <a:avLst/>
          </a:prstGeom>
        </p:spPr>
      </p:pic>
      <p:sp>
        <p:nvSpPr>
          <p:cNvPr id="7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الذهنية الرقمية</a:t>
            </a:r>
          </a:p>
        </p:txBody>
      </p:sp>
      <p:sp>
        <p:nvSpPr>
          <p:cNvPr id="14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مفهوم التحول الرقمي</a:t>
            </a:r>
          </a:p>
        </p:txBody>
      </p:sp>
      <p:sp>
        <p:nvSpPr>
          <p:cNvPr id="16" name="dot_section_1"/>
          <p:cNvSpPr/>
          <p:nvPr/>
        </p:nvSpPr>
        <p:spPr>
          <a:xfrm>
            <a:off x="5664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2"/>
          <p:cNvSpPr/>
          <p:nvPr/>
        </p:nvSpPr>
        <p:spPr>
          <a:xfrm>
            <a:off x="627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مفهوم التفكير التصميمي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نظام الصور الذكي نظام توليد الصور التلقائي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مفهوم التفكير التصميمي</a:t>
            </a:r>
          </a:p>
        </p:txBody>
      </p:sp>
      <p:pic>
        <p:nvPicPr>
          <p:cNvPr id="6" name="img_content" descr="img_20260212_1254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2716364"/>
            <a:ext cx="3240000" cy="1767272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التعاطف مع المستخدم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تحديد المشكلة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توليد الأفكار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بناء النماذج الأولية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الاختبار والتحسين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g_closing" descr="img_20260212_125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000" y="1260000"/>
            <a:ext cx="3300000" cy="1800000"/>
          </a:xfrm>
          <a:prstGeom prst="rect">
            <a:avLst/>
          </a:prstGeom>
        </p:spPr>
      </p:pic>
      <p:sp>
        <p:nvSpPr>
          <p:cNvPr id="9" name="txt_thanks"/>
          <p:cNvSpPr txBox="1"/>
          <p:nvPr/>
        </p:nvSpPr>
        <p:spPr>
          <a:xfrm>
            <a:off x="1800000" y="324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10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2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3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المفاهيم</a:t>
            </a:r>
          </a:p>
        </p:txBody>
      </p:sp>
      <p:sp>
        <p:nvSpPr>
          <p:cNvPr id="14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5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حل التمارين</a:t>
            </a:r>
          </a:p>
        </p:txBody>
      </p:sp>
      <p:sp>
        <p:nvSpPr>
          <p:cNvPr id="16" name="num_step_3"/>
          <p:cNvSpPr/>
          <p:nvPr/>
        </p:nvSpPr>
        <p:spPr>
          <a:xfrm>
            <a:off x="8640000" y="50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7" name="txt_step_3"/>
          <p:cNvSpPr txBox="1"/>
          <p:nvPr/>
        </p:nvSpPr>
        <p:spPr>
          <a:xfrm>
            <a:off x="2160000" y="504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الاستعداد للاختبار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