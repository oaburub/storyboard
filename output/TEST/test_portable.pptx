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TEST</a:t>
            </a:r>
          </a:p>
          <a:p>
            <a:r>
              <a:t>Unit: 1</a:t>
            </a:r>
          </a:p>
          <a:p>
            <a:r>
              <a:t>Lecture: اختبار:</a:t>
            </a:r>
          </a:p>
          <a:p>
            <a:r>
              <a:t>Generated: 2026-02-21</a:t>
            </a:r>
          </a:p>
          <a:p>
            <a:r>
              <a:t>Designer: 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اختبار: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اختبار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اختبار: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مسارات ذكية</a:t>
            </a:r>
          </a:p>
        </p:txBody>
      </p:sp>
      <p:sp>
        <p:nvSpPr>
          <p:cNvPr id="5" name="btn_start"/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