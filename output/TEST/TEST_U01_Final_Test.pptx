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محاضرة: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سؤال مع صورة؟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محاضرة: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محاضرة: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الاختبار الشامل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صورة مربعة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صورة مربعة</a:t>
            </a:r>
          </a:p>
        </p:txBody>
      </p:sp>
      <p:pic>
        <p:nvPicPr>
          <p:cNvPr id="6" name="img_content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1980000"/>
            <a:ext cx="3240000" cy="3240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صورة طولية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صورة طولية</a:t>
            </a:r>
          </a:p>
        </p:txBody>
      </p:sp>
      <p:pic>
        <p:nvPicPr>
          <p:cNvPr id="6" name="img_content" descr="test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00" y="1980000"/>
            <a:ext cx="1620000" cy="3240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بدون صورة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بدون صورة</a:t>
            </a:r>
          </a:p>
        </p:txBody>
      </p:sp>
      <p:sp>
        <p:nvSpPr>
          <p:cNvPr id="6" name="num_point_1"/>
          <p:cNvSpPr/>
          <p:nvPr/>
        </p:nvSpPr>
        <p:spPr>
          <a:xfrm>
            <a:off x="10512000" y="19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7" name="txt_point_1"/>
          <p:cNvSpPr txBox="1"/>
          <p:nvPr/>
        </p:nvSpPr>
        <p:spPr>
          <a:xfrm>
            <a:off x="1080000" y="19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</p:txBody>
      </p:sp>
      <p:sp>
        <p:nvSpPr>
          <p:cNvPr id="8" name="num_point_2"/>
          <p:cNvSpPr/>
          <p:nvPr/>
        </p:nvSpPr>
        <p:spPr>
          <a:xfrm>
            <a:off x="10512000" y="28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9" name="txt_point_2"/>
          <p:cNvSpPr txBox="1"/>
          <p:nvPr/>
        </p:nvSpPr>
        <p:spPr>
          <a:xfrm>
            <a:off x="1080000" y="28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  <p:sp>
        <p:nvSpPr>
          <p:cNvPr id="10" name="num_point_3"/>
          <p:cNvSpPr/>
          <p:nvPr/>
        </p:nvSpPr>
        <p:spPr>
          <a:xfrm>
            <a:off x="10512000" y="37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1" name="txt_point_3"/>
          <p:cNvSpPr txBox="1"/>
          <p:nvPr/>
        </p:nvSpPr>
        <p:spPr>
          <a:xfrm>
            <a:off x="1080000" y="37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بطاقات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بطاقات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4986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ard_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000" y="2520000"/>
            <a:ext cx="1080000" cy="1080000"/>
          </a:xfrm>
          <a:prstGeom prst="rect">
            <a:avLst/>
          </a:prstGeom>
        </p:spPr>
      </p:pic>
      <p:sp>
        <p:nvSpPr>
          <p:cNvPr id="9" name="txt_card_1_title"/>
          <p:cNvSpPr txBox="1"/>
          <p:nvPr/>
        </p:nvSpPr>
        <p:spPr>
          <a:xfrm>
            <a:off x="1080000" y="3708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بطاقة 1</a:t>
            </a:r>
          </a:p>
        </p:txBody>
      </p:sp>
      <p:sp>
        <p:nvSpPr>
          <p:cNvPr id="10" name="txt_card_1_body"/>
          <p:cNvSpPr txBox="1"/>
          <p:nvPr/>
        </p:nvSpPr>
        <p:spPr>
          <a:xfrm>
            <a:off x="1080000" y="4320000"/>
            <a:ext cx="4626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مع صورة</a:t>
            </a:r>
          </a:p>
        </p:txBody>
      </p:sp>
      <p:sp>
        <p:nvSpPr>
          <p:cNvPr id="11" name="card_2"/>
          <p:cNvSpPr/>
          <p:nvPr/>
        </p:nvSpPr>
        <p:spPr>
          <a:xfrm>
            <a:off x="6174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4000" y="1980000"/>
            <a:ext cx="4986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6354000" y="2412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بطاقة 2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6354000" y="3060000"/>
            <a:ext cx="4626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بدون صورة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right_bar"/>
          <p:cNvSpPr/>
          <p:nvPr/>
        </p:nvSpPr>
        <p:spPr>
          <a:xfrm>
            <a:off x="11292000" y="720000"/>
            <a:ext cx="180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mg_section_bg" descr="tes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2880000" cy="2880000"/>
          </a:xfrm>
          <a:prstGeom prst="rect">
            <a:avLst/>
          </a:prstGeom>
        </p:spPr>
      </p:pic>
      <p:pic>
        <p:nvPicPr>
          <p:cNvPr id="6" name="Picture 5" descr="corner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7" name="Picture 6" descr="corner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4158000"/>
            <a:ext cx="2520000" cy="2520000"/>
          </a:xfrm>
          <a:prstGeom prst="rect">
            <a:avLst/>
          </a:prstGeom>
        </p:spPr>
      </p:pic>
      <p:sp>
        <p:nvSpPr>
          <p:cNvPr id="8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</a:t>
            </a:r>
          </a:p>
        </p:txBody>
      </p:sp>
      <p:sp>
        <p:nvSpPr>
          <p:cNvPr id="9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مع صورة</a:t>
            </a:r>
          </a:p>
        </p:txBody>
      </p:sp>
      <p:sp>
        <p:nvSpPr>
          <p:cNvPr id="11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سؤال مع صورة؟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pic>
        <p:nvPicPr>
          <p:cNvPr id="6" name="img_quiz" descr="test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2520000" cy="1260000"/>
          </a:xfrm>
          <a:prstGeom prst="rect">
            <a:avLst/>
          </a:prstGeom>
        </p:spPr>
      </p:pic>
      <p:sp>
        <p:nvSpPr>
          <p:cNvPr id="7" name="txt_question"/>
          <p:cNvSpPr txBox="1"/>
          <p:nvPr/>
        </p:nvSpPr>
        <p:spPr>
          <a:xfrm>
            <a:off x="3600000" y="1800000"/>
            <a:ext cx="756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سؤال مع صورة؟</a:t>
            </a:r>
          </a:p>
        </p:txBody>
      </p:sp>
      <p:sp>
        <p:nvSpPr>
          <p:cNvPr id="8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10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</a:t>
            </a:r>
          </a:p>
        </p:txBody>
      </p:sp>
      <p:sp>
        <p:nvSpPr>
          <p:cNvPr id="11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6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</a:t>
            </a:r>
          </a:p>
        </p:txBody>
      </p:sp>
      <p:sp>
        <p:nvSpPr>
          <p:cNvPr id="17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الاختبار الشامل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543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00" y="1908000"/>
            <a:ext cx="1440000" cy="144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42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يمين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96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414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543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000" y="1908000"/>
            <a:ext cx="2880000" cy="144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42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يسار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96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414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6" name="img_closing" descr="test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1260000"/>
            <a:ext cx="3600000" cy="1800000"/>
          </a:xfrm>
          <a:prstGeom prst="rect">
            <a:avLst/>
          </a:prstGeom>
        </p:spPr>
      </p:pic>
      <p:sp>
        <p:nvSpPr>
          <p:cNvPr id="7" name="txt_thanks"/>
          <p:cNvSpPr txBox="1"/>
          <p:nvPr/>
        </p:nvSpPr>
        <p:spPr>
          <a:xfrm>
            <a:off x="1800000" y="324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8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0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1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1</a:t>
            </a:r>
          </a:p>
        </p:txBody>
      </p:sp>
      <p:sp>
        <p:nvSpPr>
          <p:cNvPr id="12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3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