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المحاضرة الأولى:</a:t>
            </a:r>
          </a:p>
          <a:p>
            <a:r>
              <a:t>Generated: 2026-02-12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أ (opt_a)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opt_a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ما هو التحسين الرئيسي في هذا الإصدار؟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المحاضرة الأولى: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المحاضرة الأولى: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جودة التصميم مع الصور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الأهداف التعليمية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مع الصور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6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7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8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9" name="txt_obj_1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التعرف على نظام الصور الذكي</a:t>
            </a:r>
          </a:p>
        </p:txBody>
      </p:sp>
      <p:pic>
        <p:nvPicPr>
          <p:cNvPr id="10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007805"/>
            <a:ext cx="11029824" cy="600002"/>
          </a:xfrm>
          <a:prstGeom prst="rect">
            <a:avLst/>
          </a:prstGeom>
        </p:spPr>
      </p:pic>
      <p:pic>
        <p:nvPicPr>
          <p:cNvPr id="11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007805"/>
            <a:ext cx="703228" cy="600002"/>
          </a:xfrm>
          <a:prstGeom prst="rect">
            <a:avLst/>
          </a:prstGeom>
        </p:spPr>
      </p:pic>
      <p:sp>
        <p:nvSpPr>
          <p:cNvPr id="12" name="txt_obj_2"/>
          <p:cNvSpPr txBox="1"/>
          <p:nvPr/>
        </p:nvSpPr>
        <p:spPr>
          <a:xfrm>
            <a:off x="1462617" y="4138529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توزيع الصور على أنواع الشرائح المختلفة</a:t>
            </a:r>
          </a:p>
        </p:txBody>
      </p:sp>
      <p:pic>
        <p:nvPicPr>
          <p:cNvPr id="13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99998"/>
            <a:ext cx="11029824" cy="600002"/>
          </a:xfrm>
          <a:prstGeom prst="rect">
            <a:avLst/>
          </a:prstGeom>
        </p:spPr>
      </p:pic>
      <p:pic>
        <p:nvPicPr>
          <p:cNvPr id="14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99998"/>
            <a:ext cx="703228" cy="600002"/>
          </a:xfrm>
          <a:prstGeom prst="rect">
            <a:avLst/>
          </a:prstGeom>
        </p:spPr>
      </p:pic>
      <p:sp>
        <p:nvSpPr>
          <p:cNvPr id="15" name="txt_obj_3"/>
          <p:cNvSpPr txBox="1"/>
          <p:nvPr/>
        </p:nvSpPr>
        <p:spPr>
          <a:xfrm>
            <a:off x="1462617" y="5830722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التأكد من عدم تجاوز المحتوى لحدود الشريحة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مقدمة في التصميم المحسّن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مع الصور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مقدمة في التصميم المحسّن</a:t>
            </a:r>
          </a:p>
        </p:txBody>
      </p:sp>
      <p:pic>
        <p:nvPicPr>
          <p:cNvPr id="6" name="img_content" descr="im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2587500"/>
            <a:ext cx="3240000" cy="2025000"/>
          </a:xfrm>
          <a:prstGeom prst="rect">
            <a:avLst/>
          </a:prstGeom>
        </p:spPr>
      </p:pic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 استبدال الصور منخفضة الدقة بأشكال هندسية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 إصلاح مشكلة تجاوز البطاقات لحدود الشريحة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 تحسين المسافات بين الأسطر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g_section_bg" descr="im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2880000" cy="2880000"/>
          </a:xfrm>
          <a:prstGeom prst="rect">
            <a:avLst/>
          </a:prstGeom>
        </p:spPr>
      </p:pic>
      <p:sp>
        <p:nvSpPr>
          <p:cNvPr id="7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الأول</a:t>
            </a:r>
          </a:p>
        </p:txBody>
      </p:sp>
      <p:sp>
        <p:nvSpPr>
          <p:cNvPr id="14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الزوايا الزخرفية الجديدة وتأثير العمق</a:t>
            </a:r>
          </a:p>
        </p:txBody>
      </p:sp>
      <p:sp>
        <p:nvSpPr>
          <p:cNvPr id="16" name="dot_section_1"/>
          <p:cNvSpPr/>
          <p:nvPr/>
        </p:nvSpPr>
        <p:spPr>
          <a:xfrm>
            <a:off x="5376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التحسينات التقنية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مع الصور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التحسينات التقنية</a:t>
            </a:r>
          </a:p>
        </p:txBody>
      </p:sp>
      <p:sp>
        <p:nvSpPr>
          <p:cNvPr id="6" name="bg_accent_stripe"/>
          <p:cNvSpPr/>
          <p:nvPr/>
        </p:nvSpPr>
        <p:spPr>
          <a:xfrm>
            <a:off x="11160000" y="1440000"/>
            <a:ext cx="432000" cy="46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_content_card"/>
          <p:cNvSpPr/>
          <p:nvPr/>
        </p:nvSpPr>
        <p:spPr>
          <a:xfrm>
            <a:off x="900000" y="1692000"/>
            <a:ext cx="972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1080000" y="1800000"/>
            <a:ext cx="936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الزوايا مرسومة بالكود — بدون تشويش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نظام تحقق تلقائي من حدود الشريحة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شريط جانبي أنحف وأكثر أناقة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 بدون صور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مع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 بدون صور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بعد التحسين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أشكال هندسية نظيفة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جميع العناصر داخل الحدود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تباعد مريح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قبل التحسين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صور PNG منخفضة الدقة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تجاوز المحتوى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مسافات ضيقة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الثاني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الثاني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اختبار الأعمدة مع الصور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41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952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 مع صور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مع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 مع صور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43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g_col1" descr="img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000" y="1908000"/>
            <a:ext cx="1080000" cy="1080000"/>
          </a:xfrm>
          <a:prstGeom prst="rect">
            <a:avLst/>
          </a:prstGeom>
        </p:spPr>
      </p:pic>
      <p:sp>
        <p:nvSpPr>
          <p:cNvPr id="8" name="txt_col1_title"/>
          <p:cNvSpPr txBox="1"/>
          <p:nvPr/>
        </p:nvSpPr>
        <p:spPr>
          <a:xfrm>
            <a:off x="6120000" y="306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العمود الأيمن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360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1_body"/>
          <p:cNvSpPr txBox="1"/>
          <p:nvPr/>
        </p:nvSpPr>
        <p:spPr>
          <a:xfrm>
            <a:off x="6120000" y="3780000"/>
            <a:ext cx="4860000" cy="21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 في العمود الأيمن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 في العمود الأيمن</a:t>
            </a:r>
          </a:p>
        </p:txBody>
      </p:sp>
      <p:sp>
        <p:nvSpPr>
          <p:cNvPr id="11" name="bg_col2_card"/>
          <p:cNvSpPr/>
          <p:nvPr/>
        </p:nvSpPr>
        <p:spPr>
          <a:xfrm>
            <a:off x="792000" y="1692000"/>
            <a:ext cx="5076000" cy="43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g_col2" descr="img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000" y="1908000"/>
            <a:ext cx="2160000" cy="1080000"/>
          </a:xfrm>
          <a:prstGeom prst="rect">
            <a:avLst/>
          </a:prstGeom>
        </p:spPr>
      </p:pic>
      <p:sp>
        <p:nvSpPr>
          <p:cNvPr id="13" name="txt_col2_title"/>
          <p:cNvSpPr txBox="1"/>
          <p:nvPr/>
        </p:nvSpPr>
        <p:spPr>
          <a:xfrm>
            <a:off x="900000" y="306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العمود الأيسر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0000" y="360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col2_body"/>
          <p:cNvSpPr txBox="1"/>
          <p:nvPr/>
        </p:nvSpPr>
        <p:spPr>
          <a:xfrm>
            <a:off x="900000" y="3780000"/>
            <a:ext cx="4860000" cy="21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 في العمود الأيسر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 في العمود الأيسر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ما هو التحسين الرئيسي في هذا ا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مع الصور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pic>
        <p:nvPicPr>
          <p:cNvPr id="6" name="img_quiz" descr="img_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00000"/>
            <a:ext cx="2520000" cy="1680000"/>
          </a:xfrm>
          <a:prstGeom prst="rect">
            <a:avLst/>
          </a:prstGeom>
        </p:spPr>
      </p:pic>
      <p:sp>
        <p:nvSpPr>
          <p:cNvPr id="7" name="txt_question"/>
          <p:cNvSpPr txBox="1"/>
          <p:nvPr/>
        </p:nvSpPr>
        <p:spPr>
          <a:xfrm>
            <a:off x="3600000" y="1800000"/>
            <a:ext cx="756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التحسين الرئيسي في هذا الإصدار؟</a:t>
            </a:r>
          </a:p>
        </p:txBody>
      </p:sp>
      <p:sp>
        <p:nvSpPr>
          <p:cNvPr id="8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10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استبدال صور PNG بأشكال مرسومة بالكود</a:t>
            </a:r>
          </a:p>
        </p:txBody>
      </p:sp>
      <p:sp>
        <p:nvSpPr>
          <p:cNvPr id="11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3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إضافة ألوان جديدة</a:t>
            </a:r>
          </a:p>
        </p:txBody>
      </p:sp>
      <p:sp>
        <p:nvSpPr>
          <p:cNvPr id="14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6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تغيير الخط المستخدم</a:t>
            </a:r>
          </a:p>
        </p:txBody>
      </p:sp>
      <p:sp>
        <p:nvSpPr>
          <p:cNvPr id="17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9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إزالة جميع الصور</a:t>
            </a:r>
          </a:p>
        </p:txBody>
      </p:sp>
      <p:sp>
        <p:nvSpPr>
          <p:cNvPr id="20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الثالث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الثالث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الخاتمة والخطوات القادمة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41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528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g_closing" descr="img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714" y="1260000"/>
            <a:ext cx="4628571" cy="1800000"/>
          </a:xfrm>
          <a:prstGeom prst="rect">
            <a:avLst/>
          </a:prstGeom>
        </p:spPr>
      </p:pic>
      <p:sp>
        <p:nvSpPr>
          <p:cNvPr id="9" name="txt_thanks"/>
          <p:cNvSpPr txBox="1"/>
          <p:nvPr/>
        </p:nvSpPr>
        <p:spPr>
          <a:xfrm>
            <a:off x="1800000" y="324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10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2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3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جميع أنواع الشرائح</a:t>
            </a:r>
          </a:p>
        </p:txBody>
      </p:sp>
      <p:sp>
        <p:nvSpPr>
          <p:cNvPr id="14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5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التأكد من جودة التصميم</a:t>
            </a:r>
          </a:p>
        </p:txBody>
      </p:sp>
      <p:sp>
        <p:nvSpPr>
          <p:cNvPr id="16" name="num_step_3"/>
          <p:cNvSpPr/>
          <p:nvPr/>
        </p:nvSpPr>
        <p:spPr>
          <a:xfrm>
            <a:off x="8640000" y="50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7" name="txt_step_3"/>
          <p:cNvSpPr txBox="1"/>
          <p:nvPr/>
        </p:nvSpPr>
        <p:spPr>
          <a:xfrm>
            <a:off x="2160000" y="504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الانتقال للمشروع الفعلي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