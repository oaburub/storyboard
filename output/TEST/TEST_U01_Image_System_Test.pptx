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  <p:sldId id="265" r:id="rId23"/>
    <p:sldId id="266" r:id="rId24"/>
    <p:sldId id="267" r:id="rId25"/>
    <p:sldId id="268" r:id="rId26"/>
    <p:sldId id="269" r:id="rId27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محاضرة:</a:t>
            </a:r>
          </a:p>
          <a:p>
            <a:r>
              <a:t>Generated: 2026-02-12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ب (opt_b)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opt_b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سؤال؟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أ (opt_a)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opt_a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سؤال2؟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محاضرة: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محاضرة: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اختبار نظام الصور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بدون صورة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نظام الصور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بدون صورة</a:t>
            </a:r>
          </a:p>
        </p:txBody>
      </p:sp>
      <p:sp>
        <p:nvSpPr>
          <p:cNvPr id="6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مع placeholder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نظام الصور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مع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1980000"/>
            <a:ext cx="3240000" cy="3240000"/>
          </a:xfrm>
          <a:prstGeom prst="roundRect">
            <a:avLst/>
          </a:prstGeom>
          <a:solidFill>
            <a:srgbClr val="E0E0E0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صورة</a:t>
            </a:r>
          </a:p>
        </p:txBody>
      </p:sp>
      <p:sp>
        <p:nvSpPr>
          <p:cNvPr id="7" name="bg_content_card"/>
          <p:cNvSpPr/>
          <p:nvPr/>
        </p:nvSpPr>
        <p:spPr>
          <a:xfrm>
            <a:off x="4500000" y="1692000"/>
            <a:ext cx="68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4680000" y="1800000"/>
            <a:ext cx="64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مع مسار وهمي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نظام الصور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مع مسار وهمي</a:t>
            </a:r>
          </a:p>
        </p:txBody>
      </p:sp>
      <p:sp>
        <p:nvSpPr>
          <p:cNvPr id="6" name="num_point_1"/>
          <p:cNvSpPr/>
          <p:nvPr/>
        </p:nvSpPr>
        <p:spPr>
          <a:xfrm>
            <a:off x="10512000" y="1980000"/>
            <a:ext cx="648000" cy="64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7" name="txt_point_1"/>
          <p:cNvSpPr txBox="1"/>
          <p:nvPr/>
        </p:nvSpPr>
        <p:spPr>
          <a:xfrm>
            <a:off x="1080000" y="1980000"/>
            <a:ext cx="9252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بطاقات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نظام الصور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بطاقات</a:t>
            </a:r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4986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4986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4626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AI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4626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وصف</a:t>
            </a:r>
          </a:p>
        </p:txBody>
      </p:sp>
      <p:sp>
        <p:nvSpPr>
          <p:cNvPr id="10" name="card_2"/>
          <p:cNvSpPr/>
          <p:nvPr/>
        </p:nvSpPr>
        <p:spPr>
          <a:xfrm>
            <a:off x="6174000" y="1980000"/>
            <a:ext cx="4986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4000" y="1980000"/>
            <a:ext cx="4986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card_2_title"/>
          <p:cNvSpPr txBox="1"/>
          <p:nvPr/>
        </p:nvSpPr>
        <p:spPr>
          <a:xfrm>
            <a:off x="6354000" y="2412000"/>
            <a:ext cx="4626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IoT</a:t>
            </a:r>
          </a:p>
        </p:txBody>
      </p:sp>
      <p:sp>
        <p:nvSpPr>
          <p:cNvPr id="13" name="txt_card_2_body"/>
          <p:cNvSpPr txBox="1"/>
          <p:nvPr/>
        </p:nvSpPr>
        <p:spPr>
          <a:xfrm>
            <a:off x="6354000" y="3060000"/>
            <a:ext cx="4626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وصف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بطاقات مع صور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نظام الصور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بطاقات مع صور</a:t>
            </a:r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4986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4986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4626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AI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4626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وصف</a:t>
            </a:r>
          </a:p>
        </p:txBody>
      </p:sp>
      <p:sp>
        <p:nvSpPr>
          <p:cNvPr id="10" name="card_2"/>
          <p:cNvSpPr/>
          <p:nvPr/>
        </p:nvSpPr>
        <p:spPr>
          <a:xfrm>
            <a:off x="6174000" y="1980000"/>
            <a:ext cx="4986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4000" y="1980000"/>
            <a:ext cx="4986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card_2_title"/>
          <p:cNvSpPr txBox="1"/>
          <p:nvPr/>
        </p:nvSpPr>
        <p:spPr>
          <a:xfrm>
            <a:off x="6354000" y="2412000"/>
            <a:ext cx="4626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IoT</a:t>
            </a:r>
          </a:p>
        </p:txBody>
      </p:sp>
      <p:sp>
        <p:nvSpPr>
          <p:cNvPr id="13" name="txt_card_2_body"/>
          <p:cNvSpPr txBox="1"/>
          <p:nvPr/>
        </p:nvSpPr>
        <p:spPr>
          <a:xfrm>
            <a:off x="6354000" y="3060000"/>
            <a:ext cx="4626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وصف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الأول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right_bar"/>
          <p:cNvSpPr/>
          <p:nvPr/>
        </p:nvSpPr>
        <p:spPr>
          <a:xfrm>
            <a:off x="11292000" y="720000"/>
            <a:ext cx="180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ner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000" y="180000"/>
            <a:ext cx="2520000" cy="2520000"/>
          </a:xfrm>
          <a:prstGeom prst="rect">
            <a:avLst/>
          </a:prstGeom>
        </p:spPr>
      </p:pic>
      <p:pic>
        <p:nvPicPr>
          <p:cNvPr id="6" name="Picture 5" descr="corner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4158000"/>
            <a:ext cx="2520000" cy="2520000"/>
          </a:xfrm>
          <a:prstGeom prst="rect">
            <a:avLst/>
          </a:prstGeom>
        </p:spPr>
      </p:pic>
      <p:sp>
        <p:nvSpPr>
          <p:cNvPr id="7" name="txt_section_title"/>
          <p:cNvSpPr txBox="1"/>
          <p:nvPr/>
        </p:nvSpPr>
        <p:spPr>
          <a:xfrm>
            <a:off x="1440000" y="198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الأول</a:t>
            </a:r>
          </a:p>
        </p:txBody>
      </p:sp>
      <p:sp>
        <p:nvSpPr>
          <p:cNvPr id="8" name="divider_line"/>
          <p:cNvSpPr/>
          <p:nvPr/>
        </p:nvSpPr>
        <p:spPr>
          <a:xfrm>
            <a:off x="3240000" y="331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section_subtitle"/>
          <p:cNvSpPr txBox="1"/>
          <p:nvPr/>
        </p:nvSpPr>
        <p:spPr>
          <a:xfrm>
            <a:off x="1440000" y="352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مقدمة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الثاني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right_bar"/>
          <p:cNvSpPr/>
          <p:nvPr/>
        </p:nvSpPr>
        <p:spPr>
          <a:xfrm>
            <a:off x="11292000" y="720000"/>
            <a:ext cx="180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ner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000" y="180000"/>
            <a:ext cx="2520000" cy="2520000"/>
          </a:xfrm>
          <a:prstGeom prst="rect">
            <a:avLst/>
          </a:prstGeom>
        </p:spPr>
      </p:pic>
      <p:pic>
        <p:nvPicPr>
          <p:cNvPr id="6" name="Picture 5" descr="corner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4158000"/>
            <a:ext cx="2520000" cy="2520000"/>
          </a:xfrm>
          <a:prstGeom prst="rect">
            <a:avLst/>
          </a:prstGeom>
        </p:spPr>
      </p:pic>
      <p:sp>
        <p:nvSpPr>
          <p:cNvPr id="7" name="txt_section_title"/>
          <p:cNvSpPr txBox="1"/>
          <p:nvPr/>
        </p:nvSpPr>
        <p:spPr>
          <a:xfrm>
            <a:off x="1440000" y="198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الثاني</a:t>
            </a:r>
          </a:p>
        </p:txBody>
      </p:sp>
      <p:sp>
        <p:nvSpPr>
          <p:cNvPr id="8" name="divider_line"/>
          <p:cNvSpPr/>
          <p:nvPr/>
        </p:nvSpPr>
        <p:spPr>
          <a:xfrm>
            <a:off x="3240000" y="331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نظام الصور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col1_title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فوائد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col1_body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</a:t>
            </a:r>
          </a:p>
        </p:txBody>
      </p:sp>
      <p:sp>
        <p:nvSpPr>
          <p:cNvPr id="10" name="bg_col2_card"/>
          <p:cNvSpPr/>
          <p:nvPr/>
        </p:nvSpPr>
        <p:spPr>
          <a:xfrm>
            <a:off x="79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col2_title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سلبيات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ol2_body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مقارنة2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نظام الصور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مقارنة2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col1_title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فوائد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col1_body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</a:t>
            </a:r>
          </a:p>
        </p:txBody>
      </p:sp>
      <p:sp>
        <p:nvSpPr>
          <p:cNvPr id="10" name="bg_col2_card"/>
          <p:cNvSpPr/>
          <p:nvPr/>
        </p:nvSpPr>
        <p:spPr>
          <a:xfrm>
            <a:off x="79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col2_title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سلبيات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ol2_body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سؤال؟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نظام الصور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6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سؤال؟</a:t>
            </a:r>
          </a:p>
        </p:txBody>
      </p:sp>
      <p:sp>
        <p:nvSpPr>
          <p:cNvPr id="7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2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ب</a:t>
            </a:r>
          </a:p>
        </p:txBody>
      </p:sp>
      <p:sp>
        <p:nvSpPr>
          <p:cNvPr id="13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5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ج</a:t>
            </a:r>
          </a:p>
        </p:txBody>
      </p:sp>
      <p:sp>
        <p:nvSpPr>
          <p:cNvPr id="16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سؤال2؟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نظام الصور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6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سؤال2؟</a:t>
            </a:r>
          </a:p>
        </p:txBody>
      </p:sp>
      <p:sp>
        <p:nvSpPr>
          <p:cNvPr id="7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2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ب</a:t>
            </a:r>
          </a:p>
        </p:txBody>
      </p:sp>
      <p:sp>
        <p:nvSpPr>
          <p:cNvPr id="13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5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ج</a:t>
            </a:r>
          </a:p>
        </p:txBody>
      </p:sp>
      <p:sp>
        <p:nvSpPr>
          <p:cNvPr id="16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ner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000" y="180000"/>
            <a:ext cx="2520000" cy="2520000"/>
          </a:xfrm>
          <a:prstGeom prst="rect">
            <a:avLst/>
          </a:prstGeom>
        </p:spPr>
      </p:pic>
      <p:sp>
        <p:nvSpPr>
          <p:cNvPr id="6" name="txt_thanks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7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9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0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خطوة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ner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000" y="180000"/>
            <a:ext cx="2520000" cy="2520000"/>
          </a:xfrm>
          <a:prstGeom prst="rect">
            <a:avLst/>
          </a:prstGeom>
        </p:spPr>
      </p:pic>
      <p:sp>
        <p:nvSpPr>
          <p:cNvPr id="6" name="txt_thanks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7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9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0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خطوة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