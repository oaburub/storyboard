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</p:sldIdLst>
  <p:sldSz cy="6858000" cx="12192000"/>
  <p:notesSz cx="6858000" cy="9144000"/>
  <p:embeddedFontLst>
    <p:embeddedFont>
      <p:font typeface="Play"/>
      <p:regular r:id="rId14"/>
      <p:bold r:id="rId15"/>
    </p:embeddedFont>
    <p:embeddedFont>
      <p:font typeface="Tajawal ExtraBold"/>
      <p:bold r:id="rId16"/>
    </p:embeddedFont>
    <p:embeddedFont>
      <p:font typeface="Tajawal Medium"/>
      <p:regular r:id="rId17"/>
      <p:bold r:id="rId18"/>
    </p:embeddedFont>
    <p:embeddedFont>
      <p:font typeface="Tajawal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936">
          <p15:clr>
            <a:srgbClr val="A4A3A4"/>
          </p15:clr>
        </p15:guide>
        <p15:guide id="4" pos="4896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1224">
          <p15:clr>
            <a:srgbClr val="A4A3A4"/>
          </p15:clr>
        </p15:guide>
        <p15:guide id="7" orient="horz" pos="326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dE2pY+TZRQAyXDRzz/zrrGoH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3840"/>
        <p:guide pos="936" orient="horz"/>
        <p:guide pos="4896"/>
        <p:guide pos="6912"/>
        <p:guide pos="1224" orient="horz"/>
        <p:guide pos="326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font" Target="fonts/Play-regular.fntdata"/><Relationship Id="rId15" Type="http://schemas.openxmlformats.org/officeDocument/2006/relationships/font" Target="fonts/Play-bold.fntdata"/><Relationship Id="rId16" Type="http://schemas.openxmlformats.org/officeDocument/2006/relationships/font" Target="fonts/TajawalExtraBold-bold.fntdata"/><Relationship Id="rId17" Type="http://schemas.openxmlformats.org/officeDocument/2006/relationships/font" Target="fonts/TajawalMedium-regular.fntdata"/><Relationship Id="rId18" Type="http://schemas.openxmlformats.org/officeDocument/2006/relationships/font" Target="fonts/TajawalMedium-bold.fntdata"/><Relationship Id="rId19" Type="http://schemas.openxmlformats.org/officeDocument/2006/relationships/font" Target="fonts/Tajawal-regular.fntdata"/><Relationship Id="rId20" Type="http://schemas.openxmlformats.org/officeDocument/2006/relationships/font" Target="fonts/Tajawal-bold.fntdata"/><Relationship Id="rId2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J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0"/>
          <p:cNvGrpSpPr/>
          <p:nvPr/>
        </p:nvGrpSpPr>
        <p:grpSpPr>
          <a:xfrm flipH="1">
            <a:off x="0" y="0"/>
            <a:ext cx="12192000" cy="6857999"/>
            <a:chOff x="0" y="0"/>
            <a:chExt cx="12192000" cy="6857999"/>
          </a:xfrm>
        </p:grpSpPr>
        <p:pic>
          <p:nvPicPr>
            <p:cNvPr id="17" name="Google Shape;17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500158" y="962015"/>
              <a:ext cx="1612381" cy="124871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10"/>
            <p:cNvCxnSpPr/>
            <p:nvPr/>
          </p:nvCxnSpPr>
          <p:spPr>
            <a:xfrm rot="10800000">
              <a:off x="2500158" y="4048125"/>
              <a:ext cx="1538442" cy="0"/>
            </a:xfrm>
            <a:prstGeom prst="straightConnector1">
              <a:avLst/>
            </a:prstGeom>
            <a:noFill/>
            <a:ln cap="rnd" cmpd="sng" w="19050">
              <a:solidFill>
                <a:srgbClr val="2D588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 b="0" l="15304" r="15305" t="0"/>
          <a:stretch/>
        </p:blipFill>
        <p:spPr>
          <a:xfrm>
            <a:off x="1803400" y="0"/>
            <a:ext cx="8585200" cy="100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0" y="6023222"/>
            <a:ext cx="12192000" cy="85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85756"/>
            <a:ext cx="709767" cy="549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2025-11-02T06:11:04Z</dcterms:created>
  <dc:creator>hadeel alserhan</dc:creator>
</cp:coreProperties>
</file>