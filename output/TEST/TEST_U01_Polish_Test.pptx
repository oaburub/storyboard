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محاضرة:</a:t>
            </a:r>
          </a:p>
          <a:p>
            <a:r>
              <a:t>Generated: 2026-02-12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أ (opt_a)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opt_a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سؤال؟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محاضرة: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محاضرة: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اختبار التصميم المحسّن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نقاط مع تباعد أفضل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التصميم المحسّن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نقاط مع تباعد أفضل</a:t>
            </a:r>
          </a:p>
        </p:txBody>
      </p:sp>
      <p:sp>
        <p:nvSpPr>
          <p:cNvPr id="6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ثالثة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الأول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الأول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زوايا زخرفية جديدة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5376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 مع صور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التصميم المحسّن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 مع صور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43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mg_col1" descr="tes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000" y="1908000"/>
            <a:ext cx="1080000" cy="1080000"/>
          </a:xfrm>
          <a:prstGeom prst="rect">
            <a:avLst/>
          </a:prstGeom>
        </p:spPr>
      </p:pic>
      <p:sp>
        <p:nvSpPr>
          <p:cNvPr id="8" name="txt_col1_title"/>
          <p:cNvSpPr txBox="1"/>
          <p:nvPr/>
        </p:nvSpPr>
        <p:spPr>
          <a:xfrm>
            <a:off x="6120000" y="306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يمين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360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col1_body"/>
          <p:cNvSpPr txBox="1"/>
          <p:nvPr/>
        </p:nvSpPr>
        <p:spPr>
          <a:xfrm>
            <a:off x="6120000" y="3780000"/>
            <a:ext cx="4860000" cy="21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1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2</a:t>
            </a:r>
          </a:p>
        </p:txBody>
      </p:sp>
      <p:sp>
        <p:nvSpPr>
          <p:cNvPr id="11" name="bg_col2_card"/>
          <p:cNvSpPr/>
          <p:nvPr/>
        </p:nvSpPr>
        <p:spPr>
          <a:xfrm>
            <a:off x="792000" y="1692000"/>
            <a:ext cx="5076000" cy="43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g_col2" descr="test_landsc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000" y="1908000"/>
            <a:ext cx="2160000" cy="1080000"/>
          </a:xfrm>
          <a:prstGeom prst="rect">
            <a:avLst/>
          </a:prstGeom>
        </p:spPr>
      </p:pic>
      <p:sp>
        <p:nvSpPr>
          <p:cNvPr id="13" name="txt_col2_title"/>
          <p:cNvSpPr txBox="1"/>
          <p:nvPr/>
        </p:nvSpPr>
        <p:spPr>
          <a:xfrm>
            <a:off x="900000" y="306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يسار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0000" y="360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col2_body"/>
          <p:cNvSpPr txBox="1"/>
          <p:nvPr/>
        </p:nvSpPr>
        <p:spPr>
          <a:xfrm>
            <a:off x="900000" y="3780000"/>
            <a:ext cx="4860000" cy="21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1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سؤال؟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التصميم المحسّن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سؤال؟</a:t>
            </a:r>
          </a:p>
        </p:txBody>
      </p:sp>
      <p:sp>
        <p:nvSpPr>
          <p:cNvPr id="7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خيار 1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2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خيار 2</a:t>
            </a:r>
          </a:p>
        </p:txBody>
      </p:sp>
      <p:sp>
        <p:nvSpPr>
          <p:cNvPr id="13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5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خيار 3</a:t>
            </a:r>
          </a:p>
        </p:txBody>
      </p:sp>
      <p:sp>
        <p:nvSpPr>
          <p:cNvPr id="16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t_d"/>
          <p:cNvSpPr/>
          <p:nvPr/>
        </p:nvSpPr>
        <p:spPr>
          <a:xfrm>
            <a:off x="1026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8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خيار 4</a:t>
            </a:r>
          </a:p>
        </p:txBody>
      </p:sp>
      <p:sp>
        <p:nvSpPr>
          <p:cNvPr id="19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9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1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2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خطوة 1</a:t>
            </a:r>
          </a:p>
        </p:txBody>
      </p:sp>
      <p:sp>
        <p:nvSpPr>
          <p:cNvPr id="13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4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خطوة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