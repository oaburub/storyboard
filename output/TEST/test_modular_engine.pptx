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13"/>
    <p:sldId id="257" r:id="rId12"/>
    <p:sldId id="258" r:id="rId11"/>
    <p:sldId id="259" r:id="rId10"/>
    <p:sldId id="260" r:id="rId9"/>
    <p:sldId id="261" r:id="rId8"/>
  </p:sldIdLst>
  <p:sldSz cy="6858000" cx="12192000"/>
  <p:notesSz cx="6858000" cy="9144000"/>
  <p:embeddedFontLst>
    <p:embeddedFont>
      <p:font typeface="Play"/>
      <p:regular r:id="rId14"/>
      <p:bold r:id="rId15"/>
    </p:embeddedFont>
    <p:embeddedFont>
      <p:font typeface="Tajawal ExtraBold"/>
      <p:bold r:id="rId16"/>
    </p:embeddedFont>
    <p:embeddedFont>
      <p:font typeface="Tajawal Medium"/>
      <p:regular r:id="rId17"/>
      <p:bold r:id="rId18"/>
    </p:embeddedFont>
    <p:embeddedFont>
      <p:font typeface="Tajawal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76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936">
          <p15:clr>
            <a:srgbClr val="A4A3A4"/>
          </p15:clr>
        </p15:guide>
        <p15:guide id="4" pos="4896">
          <p15:clr>
            <a:srgbClr val="A4A3A4"/>
          </p15:clr>
        </p15:guide>
        <p15:guide id="5" pos="6912">
          <p15:clr>
            <a:srgbClr val="A4A3A4"/>
          </p15:clr>
        </p15:guide>
        <p15:guide id="6" orient="horz" pos="1224">
          <p15:clr>
            <a:srgbClr val="A4A3A4"/>
          </p15:clr>
        </p15:guide>
        <p15:guide id="7" orient="horz" pos="3264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jdE2pY+TZRQAyXDRzz/zrrGoHQ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76" orient="horz"/>
        <p:guide pos="3840"/>
        <p:guide pos="936" orient="horz"/>
        <p:guide pos="4896"/>
        <p:guide pos="6912"/>
        <p:guide pos="1224" orient="horz"/>
        <p:guide pos="3264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9" Type="http://schemas.openxmlformats.org/officeDocument/2006/relationships/slide" Target="slides/slide5.xml"/><Relationship Id="rId10" Type="http://schemas.openxmlformats.org/officeDocument/2006/relationships/slide" Target="slides/slide4.xml"/><Relationship Id="rId11" Type="http://schemas.openxmlformats.org/officeDocument/2006/relationships/slide" Target="slides/slide3.xml"/><Relationship Id="rId12" Type="http://schemas.openxmlformats.org/officeDocument/2006/relationships/slide" Target="slides/slide2.xml"/><Relationship Id="rId13" Type="http://schemas.openxmlformats.org/officeDocument/2006/relationships/slide" Target="slides/slide1.xml"/><Relationship Id="rId14" Type="http://schemas.openxmlformats.org/officeDocument/2006/relationships/font" Target="fonts/Play-regular.fntdata"/><Relationship Id="rId15" Type="http://schemas.openxmlformats.org/officeDocument/2006/relationships/font" Target="fonts/Play-bold.fntdata"/><Relationship Id="rId16" Type="http://schemas.openxmlformats.org/officeDocument/2006/relationships/font" Target="fonts/TajawalExtraBold-bold.fntdata"/><Relationship Id="rId17" Type="http://schemas.openxmlformats.org/officeDocument/2006/relationships/font" Target="fonts/TajawalMedium-regular.fntdata"/><Relationship Id="rId18" Type="http://schemas.openxmlformats.org/officeDocument/2006/relationships/font" Target="fonts/TajawalMedium-bold.fntdata"/><Relationship Id="rId19" Type="http://schemas.openxmlformats.org/officeDocument/2006/relationships/font" Target="fonts/Tajawal-regular.fntdata"/><Relationship Id="rId20" Type="http://schemas.openxmlformats.org/officeDocument/2006/relationships/font" Target="fonts/Tajawal-bold.fntdata"/><Relationship Id="rId21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ar-JO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=== STORYLINE 360 IMPORT INSTRUCTIONS ===</a:t>
            </a:r>
          </a:p>
          <a:p/>
          <a:p>
            <a:r>
              <a:t>Project: TEST</a:t>
            </a:r>
          </a:p>
          <a:p>
            <a:r>
              <a:t>Unit: 1</a:t>
            </a:r>
          </a:p>
          <a:p>
            <a:r>
              <a:t>Lecture: اختبار المحرك:</a:t>
            </a:r>
          </a:p>
          <a:p>
            <a:r>
              <a:t>Generated: 2026-02-22</a:t>
            </a:r>
          </a:p>
          <a:p>
            <a:r>
              <a:t>Designer: </a:t>
            </a:r>
          </a:p>
          <a:p/>
          <a:p>
            <a:r>
              <a:t>--- REQUIRED FONTS ---</a:t>
            </a:r>
          </a:p>
          <a:p>
            <a:r>
              <a:t>Install BEFORE importing:</a:t>
            </a:r>
          </a:p>
          <a:p>
            <a:r>
              <a:t>  1. Tajawal ExtraBold</a:t>
            </a:r>
          </a:p>
          <a:p>
            <a:r>
              <a:t>  2. Tajawal Medium</a:t>
            </a:r>
          </a:p>
          <a:p>
            <a:r>
              <a:t>  3. Tajawal (Regular)</a:t>
            </a:r>
          </a:p>
          <a:p>
            <a:r>
              <a:t>Download: https://fonts.google.com/specimen/Tajawal</a:t>
            </a:r>
          </a:p>
          <a:p/>
          <a:p>
            <a:r>
              <a:t>--- IMPORT STEPS ---</a:t>
            </a:r>
          </a:p>
          <a:p>
            <a:r>
              <a:t>1. File &gt; Import &gt; PowerPoint</a:t>
            </a:r>
          </a:p>
          <a:p>
            <a:r>
              <a:t>2. Select THIS .pptx file</a:t>
            </a:r>
          </a:p>
          <a:p>
            <a:r>
              <a:t>3. Import ALL slides</a:t>
            </a:r>
          </a:p>
          <a:p>
            <a:r>
              <a:t>4. Story Size: 1280 x 720 pixels (must match)</a:t>
            </a:r>
          </a:p>
          <a:p/>
          <a:p>
            <a:r>
              <a:t>--- POST-IMPORT QA ---</a:t>
            </a:r>
          </a:p>
          <a:p>
            <a:r>
              <a:t>[ ] Verify TOC shows Arabic slide titles (not 'Untitled')</a:t>
            </a:r>
          </a:p>
          <a:p>
            <a:r>
              <a:t>[ ] Verify fonts render correctly (Tajawal family)</a:t>
            </a:r>
          </a:p>
          <a:p>
            <a:r>
              <a:t>[ ] Check RTL text direction on all slides</a:t>
            </a:r>
          </a:p>
          <a:p>
            <a:r>
              <a:t>[ ] Test all interactive elements (buttons, quiz, drag-drop)</a:t>
            </a:r>
          </a:p>
          <a:p>
            <a:r>
              <a:t>[ ] Verify speaker notes contain Storyline instructions per slide</a:t>
            </a:r>
          </a:p>
          <a:p/>
          <a:p>
            <a:r>
              <a:t>--- SHAPE NAMING CONVENTION ---</a:t>
            </a:r>
          </a:p>
          <a:p>
            <a:r>
              <a:t>txt_*  = Text elements</a:t>
            </a:r>
          </a:p>
          <a:p>
            <a:r>
              <a:t>btn_*  = Clickable buttons (add triggers)</a:t>
            </a:r>
          </a:p>
          <a:p>
            <a:r>
              <a:t>icon_* = Decorative icons</a:t>
            </a:r>
          </a:p>
          <a:p>
            <a:r>
              <a:t>bg_*   = Background shapes</a:t>
            </a:r>
          </a:p>
          <a:p>
            <a:r>
              <a:t>opt_*  = Quiz option shapes (add triggers)</a:t>
            </a:r>
          </a:p>
          <a:p>
            <a:r>
              <a:t>num_*  = Numbered elements</a:t>
            </a:r>
          </a:p>
          <a:p>
            <a:r>
              <a:t>title  = Hidden TOC title (do not move)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10"/>
          <p:cNvGrpSpPr/>
          <p:nvPr/>
        </p:nvGrpSpPr>
        <p:grpSpPr>
          <a:xfrm flipH="1">
            <a:off x="0" y="0"/>
            <a:ext cx="12192000" cy="6857999"/>
            <a:chOff x="0" y="0"/>
            <a:chExt cx="12192000" cy="6857999"/>
          </a:xfrm>
        </p:grpSpPr>
        <p:pic>
          <p:nvPicPr>
            <p:cNvPr id="17" name="Google Shape;17;p1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0"/>
              <a:ext cx="12192000" cy="68579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18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2500158" y="962015"/>
              <a:ext cx="1612381" cy="124871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9" name="Google Shape;19;p10"/>
            <p:cNvCxnSpPr/>
            <p:nvPr/>
          </p:nvCxnSpPr>
          <p:spPr>
            <a:xfrm rot="10800000">
              <a:off x="2500158" y="4048125"/>
              <a:ext cx="1538442" cy="0"/>
            </a:xfrm>
            <a:prstGeom prst="straightConnector1">
              <a:avLst/>
            </a:prstGeom>
            <a:noFill/>
            <a:ln cap="rnd" cmpd="sng" w="19050">
              <a:solidFill>
                <a:srgbClr val="2D588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1"/>
          <p:cNvPicPr preferRelativeResize="0"/>
          <p:nvPr/>
        </p:nvPicPr>
        <p:blipFill rotWithShape="1">
          <a:blip r:embed="rId3">
            <a:alphaModFix/>
          </a:blip>
          <a:srcRect b="0" l="15304" r="15305" t="0"/>
          <a:stretch/>
        </p:blipFill>
        <p:spPr>
          <a:xfrm>
            <a:off x="1803400" y="0"/>
            <a:ext cx="8585200" cy="1007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0" y="6023222"/>
            <a:ext cx="12192000" cy="853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1475" y="85756"/>
            <a:ext cx="709767" cy="5496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8" name="Google Shape;2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" name="Google Shape;6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.xml"/><Relationship Id="rId5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اختبار المحرك:</a:t>
            </a:r>
          </a:p>
        </p:txBody>
      </p:sp>
      <p:sp>
        <p:nvSpPr>
          <p:cNvPr id="3" name="txt_institution"/>
          <p:cNvSpPr txBox="1"/>
          <p:nvPr/>
        </p:nvSpPr>
        <p:spPr>
          <a:xfrm>
            <a:off x="6096000" y="3198167"/>
            <a:ext cx="5181600" cy="461665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4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جامعة الاختبار</a:t>
            </a:r>
          </a:p>
        </p:txBody>
      </p:sp>
      <p:sp>
        <p:nvSpPr>
          <p:cNvPr id="4" name="txt_title"/>
          <p:cNvSpPr txBox="1"/>
          <p:nvPr/>
        </p:nvSpPr>
        <p:spPr>
          <a:xfrm>
            <a:off x="6096000" y="4257368"/>
            <a:ext cx="5181600" cy="1077218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4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اختبار المحرك:</a:t>
            </a:r>
          </a:p>
          <a:p>
            <a:pPr algn="ctr" rtl="1"/>
            <a:r>
              <a:rPr sz="2000" b="0" lang="ar-JO">
                <a:solidFill>
                  <a:srgbClr val="262626"/>
                </a:solidFill>
                <a:cs typeface="Tajawal ExtraBold"/>
                <a:latin typeface="Tajawal ExtraBold"/>
                <a:ea typeface="Tajawal ExtraBold"/>
              </a:rPr>
              <a:t>النسخة المعيارية الجديدة</a:t>
            </a:r>
          </a:p>
        </p:txBody>
      </p:sp>
      <p:sp>
        <p:nvSpPr>
          <p:cNvPr id="5" name="btn_start">
            <a:hlinkClick action="ppaction://hlinksldjump" r:id="rId5"/>
          </p:cNvPr>
          <p:cNvSpPr/>
          <p:nvPr/>
        </p:nvSpPr>
        <p:spPr>
          <a:xfrm>
            <a:off x="7398084" y="5599525"/>
            <a:ext cx="2773680" cy="665193"/>
          </a:xfrm>
          <a:prstGeom prst="roundRect">
            <a:avLst/>
          </a:prstGeom>
          <a:solidFill>
            <a:srgbClr val="156082"/>
          </a:solidFill>
          <a:ln w="1905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46800" bIns="46800"/>
          <a:lstStyle/>
          <a:p>
            <a:pPr algn="ctr" rtl="1"/>
            <a:r>
              <a:rPr sz="20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ابدأ المحاضرة</a:t>
            </a:r>
          </a:p>
        </p:txBody>
      </p:sp>
      <p:pic>
        <p:nvPicPr>
          <p:cNvPr id="6" name="icon_play" descr="play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6078" y="5599525"/>
            <a:ext cx="619211" cy="657317"/>
          </a:xfrm>
          <a:prstGeom prst="rect">
            <a:avLst/>
          </a:prstGeom>
        </p:spPr>
      </p:pic>
      <p:pic>
        <p:nvPicPr>
          <p:cNvPr id="7" name="icon_hand" descr="hand_curs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0916" y="5888428"/>
            <a:ext cx="724001" cy="7525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الأهداف التعليمية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اختبار المحرك: النسخة المعيارية الجديدة</a:t>
            </a:r>
          </a:p>
        </p:txBody>
      </p:sp>
      <p:pic>
        <p:nvPicPr>
          <p:cNvPr id="4" name="header_banner" descr="banner_n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969" y="898751"/>
            <a:ext cx="2610062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4947367" y="1035917"/>
            <a:ext cx="2297266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الأهداف التعليمية</a:t>
            </a:r>
          </a:p>
        </p:txBody>
      </p:sp>
      <p:sp>
        <p:nvSpPr>
          <p:cNvPr id="6" name="txt_obj_intro"/>
          <p:cNvSpPr txBox="1"/>
          <p:nvPr/>
        </p:nvSpPr>
        <p:spPr>
          <a:xfrm>
            <a:off x="6280654" y="1830945"/>
            <a:ext cx="536194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Medium"/>
                <a:latin typeface="Tajawal Medium"/>
                <a:ea typeface="Tajawal Medium"/>
              </a:rPr>
              <a:t>يتوقع منك في نهاية هذه المحاضرة أن تكون قادرًا على:</a:t>
            </a:r>
          </a:p>
        </p:txBody>
      </p:sp>
      <p:pic>
        <p:nvPicPr>
          <p:cNvPr id="7" name="bg_obj_1" descr="objective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70" y="2315612"/>
            <a:ext cx="11029824" cy="600002"/>
          </a:xfrm>
          <a:prstGeom prst="rect">
            <a:avLst/>
          </a:prstGeom>
        </p:spPr>
      </p:pic>
      <p:pic>
        <p:nvPicPr>
          <p:cNvPr id="8" name="icon_obj_1" descr="target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693" y="2315612"/>
            <a:ext cx="703228" cy="600002"/>
          </a:xfrm>
          <a:prstGeom prst="rect">
            <a:avLst/>
          </a:prstGeom>
        </p:spPr>
      </p:pic>
      <p:sp>
        <p:nvSpPr>
          <p:cNvPr id="9" name="txt_obj_1"/>
          <p:cNvSpPr txBox="1"/>
          <p:nvPr/>
        </p:nvSpPr>
        <p:spPr>
          <a:xfrm>
            <a:off x="1462617" y="2446336"/>
            <a:ext cx="9443403" cy="338554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اختبار استخراج الوحدات</a:t>
            </a:r>
          </a:p>
        </p:txBody>
      </p:sp>
      <p:pic>
        <p:nvPicPr>
          <p:cNvPr id="10" name="bg_obj_2" descr="objective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70" y="3443740"/>
            <a:ext cx="11029824" cy="600002"/>
          </a:xfrm>
          <a:prstGeom prst="rect">
            <a:avLst/>
          </a:prstGeom>
        </p:spPr>
      </p:pic>
      <p:pic>
        <p:nvPicPr>
          <p:cNvPr id="11" name="icon_obj_2" descr="target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693" y="3443740"/>
            <a:ext cx="703228" cy="600002"/>
          </a:xfrm>
          <a:prstGeom prst="rect">
            <a:avLst/>
          </a:prstGeom>
        </p:spPr>
      </p:pic>
      <p:sp>
        <p:nvSpPr>
          <p:cNvPr id="12" name="txt_obj_2"/>
          <p:cNvSpPr txBox="1"/>
          <p:nvPr/>
        </p:nvSpPr>
        <p:spPr>
          <a:xfrm>
            <a:off x="1462617" y="3574464"/>
            <a:ext cx="9443403" cy="338554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التحقق من عمل النظام المعياري</a:t>
            </a:r>
          </a:p>
        </p:txBody>
      </p:sp>
      <p:pic>
        <p:nvPicPr>
          <p:cNvPr id="13" name="bg_obj_3" descr="objective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70" y="4571868"/>
            <a:ext cx="11029824" cy="600002"/>
          </a:xfrm>
          <a:prstGeom prst="rect">
            <a:avLst/>
          </a:prstGeom>
        </p:spPr>
      </p:pic>
      <p:pic>
        <p:nvPicPr>
          <p:cNvPr id="14" name="icon_obj_3" descr="target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693" y="4571868"/>
            <a:ext cx="703228" cy="600002"/>
          </a:xfrm>
          <a:prstGeom prst="rect">
            <a:avLst/>
          </a:prstGeom>
        </p:spPr>
      </p:pic>
      <p:sp>
        <p:nvSpPr>
          <p:cNvPr id="15" name="txt_obj_3"/>
          <p:cNvSpPr txBox="1"/>
          <p:nvPr/>
        </p:nvSpPr>
        <p:spPr>
          <a:xfrm>
            <a:off x="1462617" y="4702592"/>
            <a:ext cx="9443403" cy="338554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ضمان التوافق مع Storyline 360</a:t>
            </a:r>
          </a:p>
        </p:txBody>
      </p:sp>
      <p:pic>
        <p:nvPicPr>
          <p:cNvPr id="16" name="bg_obj_4" descr="objective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70" y="5699996"/>
            <a:ext cx="11029824" cy="600002"/>
          </a:xfrm>
          <a:prstGeom prst="rect">
            <a:avLst/>
          </a:prstGeom>
        </p:spPr>
      </p:pic>
      <p:pic>
        <p:nvPicPr>
          <p:cNvPr id="17" name="icon_obj_4" descr="target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693" y="5699996"/>
            <a:ext cx="703228" cy="600002"/>
          </a:xfrm>
          <a:prstGeom prst="rect">
            <a:avLst/>
          </a:prstGeom>
        </p:spPr>
      </p:pic>
      <p:sp>
        <p:nvSpPr>
          <p:cNvPr id="18" name="txt_obj_4"/>
          <p:cNvSpPr txBox="1"/>
          <p:nvPr/>
        </p:nvSpPr>
        <p:spPr>
          <a:xfrm>
            <a:off x="1462617" y="5830720"/>
            <a:ext cx="9443403" cy="338554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اختبار نظام العمق البصري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القسم الأول</a:t>
            </a:r>
          </a:p>
        </p:txBody>
      </p:sp>
      <p:sp>
        <p:nvSpPr>
          <p:cNvPr id="3" name="bg_divider"/>
          <p:cNvSpPr/>
          <p:nvPr/>
        </p:nvSpPr>
        <p:spPr>
          <a:xfrm>
            <a:off x="720000" y="720000"/>
            <a:ext cx="10752000" cy="5418000"/>
          </a:xfrm>
          <a:prstGeom prst="round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g_divider_depth"/>
          <p:cNvSpPr/>
          <p:nvPr/>
        </p:nvSpPr>
        <p:spPr>
          <a:xfrm>
            <a:off x="720000" y="5418000"/>
            <a:ext cx="10752000" cy="720000"/>
          </a:xfrm>
          <a:prstGeom prst="rect">
            <a:avLst/>
          </a:prstGeom>
          <a:solidFill>
            <a:srgbClr val="1E3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ccent_right_bar"/>
          <p:cNvSpPr/>
          <p:nvPr/>
        </p:nvSpPr>
        <p:spPr>
          <a:xfrm>
            <a:off x="11292000" y="720000"/>
            <a:ext cx="108000" cy="541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_corner_tr_h"/>
          <p:cNvSpPr/>
          <p:nvPr/>
        </p:nvSpPr>
        <p:spPr>
          <a:xfrm>
            <a:off x="9672000" y="900000"/>
            <a:ext cx="14400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o_corner_tr_v"/>
          <p:cNvSpPr/>
          <p:nvPr/>
        </p:nvSpPr>
        <p:spPr>
          <a:xfrm>
            <a:off x="11112000" y="900000"/>
            <a:ext cx="25400" cy="1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co_corner_tr_dot"/>
          <p:cNvSpPr/>
          <p:nvPr/>
        </p:nvSpPr>
        <p:spPr>
          <a:xfrm>
            <a:off x="11040000" y="828000"/>
            <a:ext cx="144000" cy="14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eco_corner_bl_h"/>
          <p:cNvSpPr/>
          <p:nvPr/>
        </p:nvSpPr>
        <p:spPr>
          <a:xfrm>
            <a:off x="1080000" y="5958000"/>
            <a:ext cx="14400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eco_corner_bl_v"/>
          <p:cNvSpPr/>
          <p:nvPr/>
        </p:nvSpPr>
        <p:spPr>
          <a:xfrm>
            <a:off x="1080000" y="4518000"/>
            <a:ext cx="25400" cy="1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eco_corner_bl_dot"/>
          <p:cNvSpPr/>
          <p:nvPr/>
        </p:nvSpPr>
        <p:spPr>
          <a:xfrm>
            <a:off x="1008000" y="5886000"/>
            <a:ext cx="144000" cy="14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xt_section_title"/>
          <p:cNvSpPr txBox="1"/>
          <p:nvPr/>
        </p:nvSpPr>
        <p:spPr>
          <a:xfrm>
            <a:off x="1440000" y="1800000"/>
            <a:ext cx="9360000" cy="1260000"/>
          </a:xfrm>
          <a:prstGeom prst="rect">
            <a:avLst/>
          </a:prstGeom>
          <a:noFill/>
        </p:spPr>
        <p:txBody>
          <a:bodyPr wrap="square" lIns="90000" rIns="90000" tIns="46800" bIns="46800" anchor="ctr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40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القسم الأول</a:t>
            </a:r>
          </a:p>
        </p:txBody>
      </p:sp>
      <p:sp>
        <p:nvSpPr>
          <p:cNvPr id="13" name="divider_line"/>
          <p:cNvSpPr/>
          <p:nvPr/>
        </p:nvSpPr>
        <p:spPr>
          <a:xfrm>
            <a:off x="3240000" y="3131999"/>
            <a:ext cx="540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xt_section_subtitle"/>
          <p:cNvSpPr txBox="1"/>
          <p:nvPr/>
        </p:nvSpPr>
        <p:spPr>
          <a:xfrm>
            <a:off x="1440000" y="3348000"/>
            <a:ext cx="9360000" cy="90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400" b="0" lang="ar-JO">
                <a:solidFill>
                  <a:srgbClr val="FFFFFF"/>
                </a:solidFill>
                <a:cs typeface="Tajawal Medium"/>
                <a:latin typeface="Tajawal Medium"/>
                <a:ea typeface="Tajawal Medium"/>
              </a:rPr>
              <a:t>المقدمة</a:t>
            </a:r>
          </a:p>
        </p:txBody>
      </p:sp>
      <p:sp>
        <p:nvSpPr>
          <p:cNvPr id="15" name="dot_section_1"/>
          <p:cNvSpPr/>
          <p:nvPr/>
        </p:nvSpPr>
        <p:spPr>
          <a:xfrm>
            <a:off x="5376000" y="5742000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t_section_2"/>
          <p:cNvSpPr/>
          <p:nvPr/>
        </p:nvSpPr>
        <p:spPr>
          <a:xfrm>
            <a:off x="5988000" y="5778000"/>
            <a:ext cx="216000" cy="216000"/>
          </a:xfrm>
          <a:prstGeom prst="ellipse">
            <a:avLst/>
          </a:prstGeom>
          <a:solidFill>
            <a:srgbClr val="809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t_section_3"/>
          <p:cNvSpPr/>
          <p:nvPr/>
        </p:nvSpPr>
        <p:spPr>
          <a:xfrm>
            <a:off x="6564000" y="5778000"/>
            <a:ext cx="216000" cy="216000"/>
          </a:xfrm>
          <a:prstGeom prst="ellipse">
            <a:avLst/>
          </a:prstGeom>
          <a:solidFill>
            <a:srgbClr val="809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محتوى تجريبي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اختبار المحرك: النسخة المعيارية الجديدة</a:t>
            </a:r>
          </a:p>
        </p:txBody>
      </p:sp>
      <p:pic>
        <p:nvPicPr>
          <p:cNvPr id="4" name="header_banner" descr="banner_n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969" y="898751"/>
            <a:ext cx="2610062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4947367" y="1035917"/>
            <a:ext cx="2297266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محتوى تجريبي</a:t>
            </a:r>
          </a:p>
        </p:txBody>
      </p:sp>
      <p:sp>
        <p:nvSpPr>
          <p:cNvPr id="6" name="bg_content_card"/>
          <p:cNvSpPr/>
          <p:nvPr/>
        </p:nvSpPr>
        <p:spPr>
          <a:xfrm>
            <a:off x="900000" y="1692000"/>
            <a:ext cx="10440000" cy="4356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xt_body"/>
          <p:cNvSpPr txBox="1"/>
          <p:nvPr/>
        </p:nvSpPr>
        <p:spPr>
          <a:xfrm>
            <a:off x="1080000" y="1800000"/>
            <a:ext cx="10080000" cy="41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نقطة أولى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نقطة ثانية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نقطة ثالثة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ملخص المحاضرة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اختبار المحرك: النسخة المعيارية الجديدة</a:t>
            </a:r>
          </a:p>
        </p:txBody>
      </p:sp>
      <p:pic>
        <p:nvPicPr>
          <p:cNvPr id="4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ملخّص الوحدة الدراسيّة</a:t>
            </a:r>
          </a:p>
        </p:txBody>
      </p:sp>
      <p:sp>
        <p:nvSpPr>
          <p:cNvPr id="6" name="bg_summary_card"/>
          <p:cNvSpPr/>
          <p:nvPr/>
        </p:nvSpPr>
        <p:spPr>
          <a:xfrm>
            <a:off x="720000" y="1512000"/>
            <a:ext cx="10800000" cy="3780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xt_summary"/>
          <p:cNvSpPr txBox="1"/>
          <p:nvPr/>
        </p:nvSpPr>
        <p:spPr>
          <a:xfrm>
            <a:off x="900000" y="1620000"/>
            <a:ext cx="10440000" cy="360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50000"/>
              </a:lnSpc>
              <a:spcAft>
                <a:spcPts val="800"/>
              </a:spcAft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ملخص النقطة الأولى</a:t>
            </a:r>
          </a:p>
          <a:p>
            <a:pPr algn="r" rtl="1">
              <a:lnSpc>
                <a:spcPct val="150000"/>
              </a:lnSpc>
              <a:spcAft>
                <a:spcPts val="800"/>
              </a:spcAft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ملخص النقطة الثانية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شكراً لكم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g_card"/>
          <p:cNvSpPr/>
          <p:nvPr/>
        </p:nvSpPr>
        <p:spPr>
          <a:xfrm>
            <a:off x="1080000" y="1080000"/>
            <a:ext cx="10032000" cy="469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_corner_tr_h"/>
          <p:cNvSpPr/>
          <p:nvPr/>
        </p:nvSpPr>
        <p:spPr>
          <a:xfrm>
            <a:off x="10032000" y="900000"/>
            <a:ext cx="1080000" cy="25400"/>
          </a:xfrm>
          <a:prstGeom prst="rect">
            <a:avLst/>
          </a:prstGeom>
          <a:solidFill>
            <a:srgbClr val="4A7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_corner_tr_v"/>
          <p:cNvSpPr/>
          <p:nvPr/>
        </p:nvSpPr>
        <p:spPr>
          <a:xfrm>
            <a:off x="11112000" y="900000"/>
            <a:ext cx="25400" cy="1080000"/>
          </a:xfrm>
          <a:prstGeom prst="rect">
            <a:avLst/>
          </a:prstGeom>
          <a:solidFill>
            <a:srgbClr val="4A7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o_corner_tr_dot"/>
          <p:cNvSpPr/>
          <p:nvPr/>
        </p:nvSpPr>
        <p:spPr>
          <a:xfrm>
            <a:off x="11040000" y="828000"/>
            <a:ext cx="144000" cy="144000"/>
          </a:xfrm>
          <a:prstGeom prst="ellipse">
            <a:avLst/>
          </a:prstGeom>
          <a:solidFill>
            <a:srgbClr val="4A7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xt_thanks"/>
          <p:cNvSpPr txBox="1"/>
          <p:nvPr/>
        </p:nvSpPr>
        <p:spPr>
          <a:xfrm>
            <a:off x="1800000" y="1800000"/>
            <a:ext cx="8640000" cy="90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36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شكراً لكم</a:t>
            </a:r>
          </a:p>
        </p:txBody>
      </p:sp>
      <p:sp>
        <p:nvSpPr>
          <p:cNvPr id="9" name="accent_steps_line"/>
          <p:cNvSpPr/>
          <p:nvPr/>
        </p:nvSpPr>
        <p:spPr>
          <a:xfrm>
            <a:off x="3600000" y="2700000"/>
            <a:ext cx="5040000" cy="36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xt_next_steps_label"/>
          <p:cNvSpPr txBox="1"/>
          <p:nvPr/>
        </p:nvSpPr>
        <p:spPr>
          <a:xfrm>
            <a:off x="1800000" y="2880000"/>
            <a:ext cx="864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الخطوات القادمة:</a:t>
            </a:r>
          </a:p>
        </p:txBody>
      </p:sp>
      <p:sp>
        <p:nvSpPr>
          <p:cNvPr id="11" name="num_step_1"/>
          <p:cNvSpPr/>
          <p:nvPr/>
        </p:nvSpPr>
        <p:spPr>
          <a:xfrm>
            <a:off x="8640000" y="360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1</a:t>
            </a:r>
          </a:p>
        </p:txBody>
      </p:sp>
      <p:sp>
        <p:nvSpPr>
          <p:cNvPr id="12" name="txt_step_1"/>
          <p:cNvSpPr txBox="1"/>
          <p:nvPr/>
        </p:nvSpPr>
        <p:spPr>
          <a:xfrm>
            <a:off x="2160000" y="3600000"/>
            <a:ext cx="612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المحاضرة القادمة: الوحدة الثانية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2025-11-02T06:11:04Z</dcterms:created>
  <dc:creator>hadeel alserhan</dc:creator>
</cp:coreProperties>
</file>